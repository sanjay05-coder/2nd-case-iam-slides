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ilita One" charset="1" panose="020000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 Medium" charset="1" panose="000006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25252" y="3082290"/>
            <a:ext cx="12118039" cy="372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0"/>
              </a:lnSpc>
            </a:pPr>
            <a:r>
              <a:rPr lang="en-US" sz="13200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  <a:r>
              <a:rPr lang="en-US" sz="13200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ND</a:t>
            </a:r>
            <a:r>
              <a:rPr lang="en-US" sz="13200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 CASE :</a:t>
            </a:r>
          </a:p>
          <a:p>
            <a:pPr algn="ctr">
              <a:lnSpc>
                <a:spcPts val="14520"/>
              </a:lnSpc>
            </a:pPr>
            <a:r>
              <a:rPr lang="en-US" sz="13200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IAM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6" y="0"/>
                </a:lnTo>
                <a:lnTo>
                  <a:pt x="8654256" y="2931344"/>
                </a:lnTo>
                <a:lnTo>
                  <a:pt x="0" y="2931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5345" y="525207"/>
            <a:ext cx="14577310" cy="193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sz="11235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MY NAME: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7663740" cy="2595840"/>
          </a:xfrm>
          <a:custGeom>
            <a:avLst/>
            <a:gdLst/>
            <a:ahLst/>
            <a:cxnLst/>
            <a:rect r="r" b="b" t="t" l="l"/>
            <a:pathLst>
              <a:path h="2595840" w="7663740">
                <a:moveTo>
                  <a:pt x="0" y="0"/>
                </a:moveTo>
                <a:lnTo>
                  <a:pt x="7663739" y="0"/>
                </a:lnTo>
                <a:lnTo>
                  <a:pt x="7663739" y="2595839"/>
                </a:lnTo>
                <a:lnTo>
                  <a:pt x="0" y="2595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5345" y="4567449"/>
            <a:ext cx="14577310" cy="124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9"/>
              </a:lnSpc>
            </a:pPr>
            <a:r>
              <a:rPr lang="en-US" b="true" sz="6000" spc="120">
                <a:solidFill>
                  <a:srgbClr val="354F52"/>
                </a:solidFill>
                <a:latin typeface="Poppins Bold"/>
                <a:ea typeface="Poppins Bold"/>
                <a:cs typeface="Poppins Bold"/>
                <a:sym typeface="Poppins Bold"/>
              </a:rPr>
              <a:t>SANJAY RENGASAMY THAMBU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5345" y="525207"/>
            <a:ext cx="14577310" cy="193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9"/>
              </a:lnSpc>
            </a:pPr>
            <a:r>
              <a:rPr lang="en-US" sz="11235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WHAT IS IAM?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7663740" cy="2595840"/>
          </a:xfrm>
          <a:custGeom>
            <a:avLst/>
            <a:gdLst/>
            <a:ahLst/>
            <a:cxnLst/>
            <a:rect r="r" b="b" t="t" l="l"/>
            <a:pathLst>
              <a:path h="2595840" w="7663740">
                <a:moveTo>
                  <a:pt x="0" y="0"/>
                </a:moveTo>
                <a:lnTo>
                  <a:pt x="7663739" y="0"/>
                </a:lnTo>
                <a:lnTo>
                  <a:pt x="7663739" y="2595839"/>
                </a:lnTo>
                <a:lnTo>
                  <a:pt x="0" y="2595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549650" y="2704513"/>
            <a:ext cx="12714842" cy="5416415"/>
            <a:chOff x="0" y="0"/>
            <a:chExt cx="3348765" cy="14265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48765" cy="1426545"/>
            </a:xfrm>
            <a:custGeom>
              <a:avLst/>
              <a:gdLst/>
              <a:ahLst/>
              <a:cxnLst/>
              <a:rect r="r" b="b" t="t" l="l"/>
              <a:pathLst>
                <a:path h="1426545" w="3348765">
                  <a:moveTo>
                    <a:pt x="31053" y="0"/>
                  </a:moveTo>
                  <a:lnTo>
                    <a:pt x="3317712" y="0"/>
                  </a:lnTo>
                  <a:cubicBezTo>
                    <a:pt x="3334862" y="0"/>
                    <a:pt x="3348765" y="13903"/>
                    <a:pt x="3348765" y="31053"/>
                  </a:cubicBezTo>
                  <a:lnTo>
                    <a:pt x="3348765" y="1395492"/>
                  </a:lnTo>
                  <a:cubicBezTo>
                    <a:pt x="3348765" y="1403728"/>
                    <a:pt x="3345493" y="1411627"/>
                    <a:pt x="3339670" y="1417450"/>
                  </a:cubicBezTo>
                  <a:cubicBezTo>
                    <a:pt x="3333846" y="1423274"/>
                    <a:pt x="3325947" y="1426545"/>
                    <a:pt x="3317712" y="1426545"/>
                  </a:cubicBezTo>
                  <a:lnTo>
                    <a:pt x="31053" y="1426545"/>
                  </a:lnTo>
                  <a:cubicBezTo>
                    <a:pt x="22817" y="1426545"/>
                    <a:pt x="14919" y="1423274"/>
                    <a:pt x="9095" y="1417450"/>
                  </a:cubicBezTo>
                  <a:cubicBezTo>
                    <a:pt x="3272" y="1411627"/>
                    <a:pt x="0" y="1403728"/>
                    <a:pt x="0" y="1395492"/>
                  </a:cubicBezTo>
                  <a:lnTo>
                    <a:pt x="0" y="31053"/>
                  </a:lnTo>
                  <a:cubicBezTo>
                    <a:pt x="0" y="22817"/>
                    <a:pt x="3272" y="14919"/>
                    <a:pt x="9095" y="9095"/>
                  </a:cubicBezTo>
                  <a:cubicBezTo>
                    <a:pt x="14919" y="3272"/>
                    <a:pt x="22817" y="0"/>
                    <a:pt x="31053" y="0"/>
                  </a:cubicBezTo>
                  <a:close/>
                </a:path>
              </a:pathLst>
            </a:custGeom>
            <a:solidFill>
              <a:srgbClr val="CDB4DB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48765" cy="1464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37102" y="4251603"/>
            <a:ext cx="12539938" cy="211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9"/>
              </a:lnSpc>
            </a:pPr>
            <a:r>
              <a:rPr lang="en-US" sz="2526" b="true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IAM (Identity and Access Management)</a:t>
            </a:r>
          </a:p>
          <a:p>
            <a:pPr algn="ctr">
              <a:lnSpc>
                <a:spcPts val="2779"/>
              </a:lnSpc>
            </a:pPr>
            <a:r>
              <a:rPr lang="en-US" sz="2526" b="true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IAM is an AWS service that controls who can access AWS resources and what actions they can perform.</a:t>
            </a:r>
          </a:p>
          <a:p>
            <a:pPr algn="ctr" marL="545494" indent="-272747" lvl="1">
              <a:lnSpc>
                <a:spcPts val="2779"/>
              </a:lnSpc>
              <a:buFont typeface="Arial"/>
              <a:buChar char="•"/>
            </a:pPr>
            <a:r>
              <a:rPr lang="en-US" b="true" sz="2526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Manages au</a:t>
            </a:r>
            <a:r>
              <a:rPr lang="en-US" b="true" sz="2526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thentication (who you are)</a:t>
            </a:r>
          </a:p>
          <a:p>
            <a:pPr algn="ctr" marL="545494" indent="-272747" lvl="1">
              <a:lnSpc>
                <a:spcPts val="2779"/>
              </a:lnSpc>
              <a:buFont typeface="Arial"/>
              <a:buChar char="•"/>
            </a:pPr>
            <a:r>
              <a:rPr lang="en-US" b="true" sz="2526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Manages authorization (what you can do)</a:t>
            </a:r>
          </a:p>
          <a:p>
            <a:pPr algn="ctr">
              <a:lnSpc>
                <a:spcPts val="27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0157" y="-232853"/>
            <a:ext cx="13347685" cy="332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7"/>
              </a:lnSpc>
            </a:pPr>
            <a:r>
              <a:rPr lang="en-US" sz="9491">
                <a:solidFill>
                  <a:srgbClr val="5E17EB"/>
                </a:solidFill>
                <a:latin typeface="Lilita One"/>
                <a:ea typeface="Lilita One"/>
                <a:cs typeface="Lilita One"/>
                <a:sym typeface="Lilita One"/>
              </a:rPr>
              <a:t>WHAT IS USER AND USER GROUP?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7663740" cy="2595840"/>
          </a:xfrm>
          <a:custGeom>
            <a:avLst/>
            <a:gdLst/>
            <a:ahLst/>
            <a:cxnLst/>
            <a:rect r="r" b="b" t="t" l="l"/>
            <a:pathLst>
              <a:path h="2595840" w="7663740">
                <a:moveTo>
                  <a:pt x="0" y="0"/>
                </a:moveTo>
                <a:lnTo>
                  <a:pt x="7663739" y="0"/>
                </a:lnTo>
                <a:lnTo>
                  <a:pt x="7663739" y="2595839"/>
                </a:lnTo>
                <a:lnTo>
                  <a:pt x="0" y="2595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848357" y="3184593"/>
            <a:ext cx="4611622" cy="5204748"/>
            <a:chOff x="0" y="0"/>
            <a:chExt cx="1214584" cy="13707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4584" cy="1370798"/>
            </a:xfrm>
            <a:custGeom>
              <a:avLst/>
              <a:gdLst/>
              <a:ahLst/>
              <a:cxnLst/>
              <a:rect r="r" b="b" t="t" l="l"/>
              <a:pathLst>
                <a:path h="1370798" w="1214584">
                  <a:moveTo>
                    <a:pt x="85618" y="0"/>
                  </a:moveTo>
                  <a:lnTo>
                    <a:pt x="1128966" y="0"/>
                  </a:lnTo>
                  <a:cubicBezTo>
                    <a:pt x="1176251" y="0"/>
                    <a:pt x="1214584" y="38332"/>
                    <a:pt x="1214584" y="85618"/>
                  </a:cubicBezTo>
                  <a:lnTo>
                    <a:pt x="1214584" y="1285180"/>
                  </a:lnTo>
                  <a:cubicBezTo>
                    <a:pt x="1214584" y="1332465"/>
                    <a:pt x="1176251" y="1370798"/>
                    <a:pt x="1128966" y="1370798"/>
                  </a:cubicBezTo>
                  <a:lnTo>
                    <a:pt x="85618" y="1370798"/>
                  </a:lnTo>
                  <a:cubicBezTo>
                    <a:pt x="38332" y="1370798"/>
                    <a:pt x="0" y="1332465"/>
                    <a:pt x="0" y="1285180"/>
                  </a:cubicBezTo>
                  <a:lnTo>
                    <a:pt x="0" y="85618"/>
                  </a:lnTo>
                  <a:cubicBezTo>
                    <a:pt x="0" y="38332"/>
                    <a:pt x="38332" y="0"/>
                    <a:pt x="85618" y="0"/>
                  </a:cubicBezTo>
                  <a:close/>
                </a:path>
              </a:pathLst>
            </a:custGeom>
            <a:solidFill>
              <a:srgbClr val="CDB4DB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14584" cy="1408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79665" y="4279220"/>
            <a:ext cx="4149007" cy="253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2099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IAM User</a:t>
            </a:r>
          </a:p>
          <a:p>
            <a:pPr algn="ctr">
              <a:lnSpc>
                <a:spcPts val="1980"/>
              </a:lnSpc>
            </a:pPr>
          </a:p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 IAM User represents a person or application that needs access to AWS.</a:t>
            </a:r>
          </a:p>
          <a:p>
            <a:pPr algn="ctr">
              <a:lnSpc>
                <a:spcPts val="1980"/>
              </a:lnSpc>
            </a:pPr>
          </a:p>
          <a:p>
            <a:pPr algn="ctr" marL="388620" indent="-194310" lvl="1">
              <a:lnSpc>
                <a:spcPts val="1980"/>
              </a:lnSpc>
              <a:buFont typeface="Arial"/>
              <a:buChar char="•"/>
            </a:pPr>
            <a:r>
              <a:rPr lang="en-US" b="true" sz="1800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Has login credentials (password / access keys)</a:t>
            </a:r>
          </a:p>
          <a:p>
            <a:pPr algn="ctr">
              <a:lnSpc>
                <a:spcPts val="1980"/>
              </a:lnSpc>
            </a:pPr>
          </a:p>
          <a:p>
            <a:pPr algn="ctr">
              <a:lnSpc>
                <a:spcPts val="198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375449" y="3184593"/>
            <a:ext cx="5595196" cy="5204748"/>
            <a:chOff x="0" y="0"/>
            <a:chExt cx="1473632" cy="1370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3632" cy="1370798"/>
            </a:xfrm>
            <a:custGeom>
              <a:avLst/>
              <a:gdLst/>
              <a:ahLst/>
              <a:cxnLst/>
              <a:rect r="r" b="b" t="t" l="l"/>
              <a:pathLst>
                <a:path h="1370798" w="1473632">
                  <a:moveTo>
                    <a:pt x="70567" y="0"/>
                  </a:moveTo>
                  <a:lnTo>
                    <a:pt x="1403065" y="0"/>
                  </a:lnTo>
                  <a:cubicBezTo>
                    <a:pt x="1421780" y="0"/>
                    <a:pt x="1439729" y="7435"/>
                    <a:pt x="1452963" y="20669"/>
                  </a:cubicBezTo>
                  <a:cubicBezTo>
                    <a:pt x="1466197" y="33903"/>
                    <a:pt x="1473632" y="51852"/>
                    <a:pt x="1473632" y="70567"/>
                  </a:cubicBezTo>
                  <a:lnTo>
                    <a:pt x="1473632" y="1300231"/>
                  </a:lnTo>
                  <a:cubicBezTo>
                    <a:pt x="1473632" y="1318946"/>
                    <a:pt x="1466197" y="1336895"/>
                    <a:pt x="1452963" y="1350129"/>
                  </a:cubicBezTo>
                  <a:cubicBezTo>
                    <a:pt x="1439729" y="1363363"/>
                    <a:pt x="1421780" y="1370798"/>
                    <a:pt x="1403065" y="1370798"/>
                  </a:cubicBezTo>
                  <a:lnTo>
                    <a:pt x="70567" y="1370798"/>
                  </a:lnTo>
                  <a:cubicBezTo>
                    <a:pt x="51852" y="1370798"/>
                    <a:pt x="33903" y="1363363"/>
                    <a:pt x="20669" y="1350129"/>
                  </a:cubicBezTo>
                  <a:cubicBezTo>
                    <a:pt x="7435" y="1336895"/>
                    <a:pt x="0" y="1318946"/>
                    <a:pt x="0" y="1300231"/>
                  </a:cubicBezTo>
                  <a:lnTo>
                    <a:pt x="0" y="70567"/>
                  </a:lnTo>
                  <a:cubicBezTo>
                    <a:pt x="0" y="51852"/>
                    <a:pt x="7435" y="33903"/>
                    <a:pt x="20669" y="20669"/>
                  </a:cubicBezTo>
                  <a:cubicBezTo>
                    <a:pt x="33903" y="7435"/>
                    <a:pt x="51852" y="0"/>
                    <a:pt x="70567" y="0"/>
                  </a:cubicBezTo>
                  <a:close/>
                </a:path>
              </a:pathLst>
            </a:custGeom>
            <a:solidFill>
              <a:srgbClr val="CDB4DB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73632" cy="1408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778568" y="4182390"/>
            <a:ext cx="4788958" cy="294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sz="2477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IAM User Group</a:t>
            </a:r>
          </a:p>
          <a:p>
            <a:pPr algn="ctr">
              <a:lnSpc>
                <a:spcPts val="2285"/>
              </a:lnSpc>
            </a:pPr>
          </a:p>
          <a:p>
            <a:pPr algn="ctr">
              <a:lnSpc>
                <a:spcPts val="2285"/>
              </a:lnSpc>
            </a:pPr>
            <a:r>
              <a:rPr lang="en-US" sz="2077" b="true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 IAM User Group is a collection of IAM users that share the same permissions.</a:t>
            </a:r>
          </a:p>
          <a:p>
            <a:pPr algn="ctr" marL="448561" indent="-224281" lvl="1">
              <a:lnSpc>
                <a:spcPts val="2285"/>
              </a:lnSpc>
              <a:buFont typeface="Arial"/>
              <a:buChar char="•"/>
            </a:pPr>
            <a:r>
              <a:rPr lang="en-US" b="true" sz="2077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Permissions are attached to the group, not individually to users</a:t>
            </a:r>
          </a:p>
          <a:p>
            <a:pPr algn="ctr" marL="448561" indent="-224281" lvl="1">
              <a:lnSpc>
                <a:spcPts val="2285"/>
              </a:lnSpc>
              <a:buFont typeface="Arial"/>
              <a:buChar char="•"/>
            </a:pPr>
            <a:r>
              <a:rPr lang="en-US" b="true" sz="2077">
                <a:solidFill>
                  <a:srgbClr val="354F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Makes permission management easy and scalable</a:t>
            </a:r>
          </a:p>
          <a:p>
            <a:pPr algn="ctr">
              <a:lnSpc>
                <a:spcPts val="228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7639" y="139147"/>
            <a:ext cx="11623939" cy="313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2"/>
              </a:lnSpc>
            </a:pPr>
            <a:r>
              <a:rPr lang="en-US" sz="8958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WORKFLOW 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7663740" cy="2595840"/>
          </a:xfrm>
          <a:custGeom>
            <a:avLst/>
            <a:gdLst/>
            <a:ahLst/>
            <a:cxnLst/>
            <a:rect r="r" b="b" t="t" l="l"/>
            <a:pathLst>
              <a:path h="2595840" w="7663740">
                <a:moveTo>
                  <a:pt x="0" y="0"/>
                </a:moveTo>
                <a:lnTo>
                  <a:pt x="7663739" y="0"/>
                </a:lnTo>
                <a:lnTo>
                  <a:pt x="7663739" y="2595839"/>
                </a:lnTo>
                <a:lnTo>
                  <a:pt x="0" y="2595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3516" y="3486189"/>
            <a:ext cx="15293741" cy="6442488"/>
          </a:xfrm>
          <a:custGeom>
            <a:avLst/>
            <a:gdLst/>
            <a:ahLst/>
            <a:cxnLst/>
            <a:rect r="r" b="b" t="t" l="l"/>
            <a:pathLst>
              <a:path h="6442488" w="15293741">
                <a:moveTo>
                  <a:pt x="0" y="0"/>
                </a:moveTo>
                <a:lnTo>
                  <a:pt x="15293740" y="0"/>
                </a:lnTo>
                <a:lnTo>
                  <a:pt x="15293740" y="6442489"/>
                </a:lnTo>
                <a:lnTo>
                  <a:pt x="0" y="644248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9242" y="3008400"/>
            <a:ext cx="15950058" cy="460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sz="1320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Lilita One"/>
                <a:ea typeface="Lilita One"/>
                <a:cs typeface="Lilita One"/>
                <a:sym typeface="Lilita One"/>
              </a:rPr>
              <a:t>SCREENSHOTS OF DEMO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6" y="0"/>
                </a:lnTo>
                <a:lnTo>
                  <a:pt x="8654256" y="2931344"/>
                </a:lnTo>
                <a:lnTo>
                  <a:pt x="0" y="2931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374035" cy="3171083"/>
          </a:xfrm>
          <a:custGeom>
            <a:avLst/>
            <a:gdLst/>
            <a:ahLst/>
            <a:cxnLst/>
            <a:rect r="r" b="b" t="t" l="l"/>
            <a:pathLst>
              <a:path h="3171083" w="6374035">
                <a:moveTo>
                  <a:pt x="0" y="0"/>
                </a:moveTo>
                <a:lnTo>
                  <a:pt x="6374035" y="0"/>
                </a:lnTo>
                <a:lnTo>
                  <a:pt x="6374035" y="3171083"/>
                </a:lnTo>
                <a:lnTo>
                  <a:pt x="0" y="3171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04891" y="-136930"/>
            <a:ext cx="6583109" cy="3308013"/>
          </a:xfrm>
          <a:custGeom>
            <a:avLst/>
            <a:gdLst/>
            <a:ahLst/>
            <a:cxnLst/>
            <a:rect r="r" b="b" t="t" l="l"/>
            <a:pathLst>
              <a:path h="3308013" w="6583109">
                <a:moveTo>
                  <a:pt x="0" y="0"/>
                </a:moveTo>
                <a:lnTo>
                  <a:pt x="6583109" y="0"/>
                </a:lnTo>
                <a:lnTo>
                  <a:pt x="6583109" y="3308013"/>
                </a:lnTo>
                <a:lnTo>
                  <a:pt x="0" y="3308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60145"/>
            <a:ext cx="6374035" cy="3226855"/>
          </a:xfrm>
          <a:custGeom>
            <a:avLst/>
            <a:gdLst/>
            <a:ahLst/>
            <a:cxnLst/>
            <a:rect r="r" b="b" t="t" l="l"/>
            <a:pathLst>
              <a:path h="3226855" w="6374035">
                <a:moveTo>
                  <a:pt x="0" y="0"/>
                </a:moveTo>
                <a:lnTo>
                  <a:pt x="6374035" y="0"/>
                </a:lnTo>
                <a:lnTo>
                  <a:pt x="6374035" y="3226855"/>
                </a:lnTo>
                <a:lnTo>
                  <a:pt x="0" y="3226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42938" y="3522450"/>
            <a:ext cx="7602124" cy="3537695"/>
          </a:xfrm>
          <a:custGeom>
            <a:avLst/>
            <a:gdLst/>
            <a:ahLst/>
            <a:cxnLst/>
            <a:rect r="r" b="b" t="t" l="l"/>
            <a:pathLst>
              <a:path h="3537695" w="7602124">
                <a:moveTo>
                  <a:pt x="0" y="0"/>
                </a:moveTo>
                <a:lnTo>
                  <a:pt x="7602124" y="0"/>
                </a:lnTo>
                <a:lnTo>
                  <a:pt x="7602124" y="3537695"/>
                </a:lnTo>
                <a:lnTo>
                  <a:pt x="0" y="3537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79" r="0" b="-237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45062" y="6476685"/>
            <a:ext cx="5486947" cy="3703689"/>
          </a:xfrm>
          <a:custGeom>
            <a:avLst/>
            <a:gdLst/>
            <a:ahLst/>
            <a:cxnLst/>
            <a:rect r="r" b="b" t="t" l="l"/>
            <a:pathLst>
              <a:path h="3703689" w="5486947">
                <a:moveTo>
                  <a:pt x="0" y="0"/>
                </a:moveTo>
                <a:lnTo>
                  <a:pt x="5486947" y="0"/>
                </a:lnTo>
                <a:lnTo>
                  <a:pt x="5486947" y="3703690"/>
                </a:lnTo>
                <a:lnTo>
                  <a:pt x="0" y="3703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702" y="6736930"/>
            <a:ext cx="30333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2) NO ACESS GIVEN TO S3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45062" y="5820095"/>
            <a:ext cx="534293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4) Access granted and ready to use EC2 in IAM Account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38346" y="3215099"/>
            <a:ext cx="29181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3) NO ACCESS FOR EC2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62807" y="6879487"/>
            <a:ext cx="42301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5) ACCESS GIVEN TO SERVICES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3189710"/>
            <a:ext cx="3874701" cy="34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  <a:spcBef>
                <a:spcPct val="0"/>
              </a:spcBef>
            </a:pPr>
            <a:r>
              <a:rPr lang="en-US" b="true" sz="2025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1) IAM ACCOUNT CREATED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48867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0" y="0"/>
                </a:moveTo>
                <a:lnTo>
                  <a:pt x="18288000" y="0"/>
                </a:lnTo>
                <a:lnTo>
                  <a:pt x="18288000" y="4538133"/>
                </a:lnTo>
                <a:lnTo>
                  <a:pt x="0" y="4538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18288000" cy="4538133"/>
          </a:xfrm>
          <a:custGeom>
            <a:avLst/>
            <a:gdLst/>
            <a:ahLst/>
            <a:cxnLst/>
            <a:rect r="r" b="b" t="t" l="l"/>
            <a:pathLst>
              <a:path h="4538133" w="18288000">
                <a:moveTo>
                  <a:pt x="18288000" y="4538133"/>
                </a:moveTo>
                <a:lnTo>
                  <a:pt x="0" y="4538133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38133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9242" y="2710815"/>
            <a:ext cx="15950058" cy="460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sz="13200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THANK</a:t>
            </a:r>
          </a:p>
          <a:p>
            <a:pPr algn="ctr">
              <a:lnSpc>
                <a:spcPts val="18480"/>
              </a:lnSpc>
            </a:pPr>
            <a:r>
              <a:rPr lang="en-US" sz="13200">
                <a:solidFill>
                  <a:srgbClr val="354F52"/>
                </a:solidFill>
                <a:latin typeface="Lilita One"/>
                <a:ea typeface="Lilita One"/>
                <a:cs typeface="Lilita One"/>
                <a:sym typeface="Lilita One"/>
              </a:rPr>
              <a:t>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80051" y="7355655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7" y="0"/>
                </a:lnTo>
                <a:lnTo>
                  <a:pt x="8654257" y="2931345"/>
                </a:lnTo>
                <a:lnTo>
                  <a:pt x="0" y="2931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41692" y="0"/>
            <a:ext cx="5292616" cy="4792223"/>
          </a:xfrm>
          <a:custGeom>
            <a:avLst/>
            <a:gdLst/>
            <a:ahLst/>
            <a:cxnLst/>
            <a:rect r="r" b="b" t="t" l="l"/>
            <a:pathLst>
              <a:path h="4792223" w="5292616">
                <a:moveTo>
                  <a:pt x="0" y="4792223"/>
                </a:moveTo>
                <a:lnTo>
                  <a:pt x="5292616" y="4792223"/>
                </a:lnTo>
                <a:lnTo>
                  <a:pt x="5292616" y="0"/>
                </a:lnTo>
                <a:lnTo>
                  <a:pt x="0" y="0"/>
                </a:lnTo>
                <a:lnTo>
                  <a:pt x="0" y="47922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72507" y="-535233"/>
            <a:ext cx="8654257" cy="2931345"/>
          </a:xfrm>
          <a:custGeom>
            <a:avLst/>
            <a:gdLst/>
            <a:ahLst/>
            <a:cxnLst/>
            <a:rect r="r" b="b" t="t" l="l"/>
            <a:pathLst>
              <a:path h="2931345" w="8654257">
                <a:moveTo>
                  <a:pt x="0" y="0"/>
                </a:moveTo>
                <a:lnTo>
                  <a:pt x="8654256" y="0"/>
                </a:lnTo>
                <a:lnTo>
                  <a:pt x="8654256" y="2931344"/>
                </a:lnTo>
                <a:lnTo>
                  <a:pt x="0" y="2931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7608" y="-1028700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87071" y="876483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96744" y="6707433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172200"/>
            <a:ext cx="3991232" cy="4114800"/>
          </a:xfrm>
          <a:custGeom>
            <a:avLst/>
            <a:gdLst/>
            <a:ahLst/>
            <a:cxnLst/>
            <a:rect r="r" b="b" t="t" l="l"/>
            <a:pathLst>
              <a:path h="4114800" w="3991232">
                <a:moveTo>
                  <a:pt x="0" y="0"/>
                </a:moveTo>
                <a:lnTo>
                  <a:pt x="3991232" y="0"/>
                </a:lnTo>
                <a:lnTo>
                  <a:pt x="3991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DAG-8sv3QA8</dc:identifier>
  <dcterms:modified xsi:type="dcterms:W3CDTF">2011-08-01T06:04:30Z</dcterms:modified>
  <cp:revision>1</cp:revision>
  <dc:title>2nd Case IAM</dc:title>
</cp:coreProperties>
</file>